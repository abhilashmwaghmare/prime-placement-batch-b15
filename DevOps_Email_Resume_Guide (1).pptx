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45720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"great first impression"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26480" y="27432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send --resume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--target hr@company.com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--subject DevOps_Role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00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14173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Email Your Resume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274320" y="21488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 Guide for DevOps Engineers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74320" y="2633472"/>
            <a:ext cx="2286000" cy="36576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28346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Crafting emails that stand out in recruiter inboxes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74320" y="3474720"/>
            <a:ext cx="1051560" cy="320040"/>
          </a:xfrm>
          <a:prstGeom prst="roundRect">
            <a:avLst>
              <a:gd name="adj" fmla="val 1428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34747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463040" y="3474720"/>
            <a:ext cx="1051560" cy="320040"/>
          </a:xfrm>
          <a:prstGeom prst="roundRect">
            <a:avLst>
              <a:gd name="adj" fmla="val 1428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463040" y="34747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651760" y="3474720"/>
            <a:ext cx="1051560" cy="320040"/>
          </a:xfrm>
          <a:prstGeom prst="roundRect">
            <a:avLst>
              <a:gd name="adj" fmla="val 1428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51760" y="34747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840480" y="3474720"/>
            <a:ext cx="1051560" cy="320040"/>
          </a:xfrm>
          <a:prstGeom prst="roundRect">
            <a:avLst>
              <a:gd name="adj" fmla="val 1428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40480" y="34747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7432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Abhilash Waghmare  |  Senior DevOps Engineer  |  Bengaluru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ELEMENTS OF EVERY RESUME EMAIL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01168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371600"/>
            <a:ext cx="731520" cy="7315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5087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240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Subject Line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" y="2788920"/>
            <a:ext cx="179222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the role title and your name.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"DevOps Engineer – Abhilash W."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14600" y="109728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14600" y="1097280"/>
            <a:ext cx="201168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54680" y="1371600"/>
            <a:ext cx="731520" cy="73152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50876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06040" y="2240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Greeting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624328" y="2788920"/>
            <a:ext cx="179222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the recruiter by name.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to find the right contact.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754880" y="109728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54880" y="1097280"/>
            <a:ext cx="2011680" cy="64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394960" y="1371600"/>
            <a:ext cx="731520" cy="73152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50876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46320" y="2240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Attachments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864608" y="2788920"/>
            <a:ext cx="179222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resume as PDF.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Naming: Abhilash_Waghmare_DevOps_Resume.pdf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995160" y="109728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995160" y="1097280"/>
            <a:ext cx="2011680" cy="640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635240" y="1371600"/>
            <a:ext cx="731520" cy="73152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50876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086600" y="2240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Signature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7104888" y="2788920"/>
            <a:ext cx="179222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name, phone, email,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&amp; GitHub profile links.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7772400" y="48463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Slide 2 of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EMAIL — Sending Resume to a Recruiter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8595360" cy="3749040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6984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005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Email  ●  Compose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1463040"/>
            <a:ext cx="8595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1463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325880" y="146304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recruiter@techcorp.com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" y="1847088"/>
            <a:ext cx="8595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184708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325880" y="1847088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for Senior DevOps Engineer – Abhilash Waghmare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74320" y="2240280"/>
            <a:ext cx="85953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331720"/>
            <a:ext cx="82296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[Recruiter Name],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name is </a:t>
            </a:r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Abhilash Waghmare</a:t>
            </a:r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I am applying for the </a:t>
            </a:r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DevOps Engineer</a:t>
            </a:r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role at [Company Name]. My resume is attached to this email.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4+ years of experience in AWS, Kubernetes, Terraform, and CI/CD pipeline design, I believe I am a strong match for this role. I have led EKS migrations, automated infrastructure provisioning, and reduced deployment times by 70%.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appreciate the opportunity to discuss next steps. You may reach me at +91-9812345678 or abhilash.waghmare@outlook.com.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regards,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Abhilash Waghmare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772400" y="491947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Slide 3 of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EMAIL — Formal Job Application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2062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20624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43000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24358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1430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Experience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173736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[Recipient's Name],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Abhilash Waghmare and I am submitting my application for the DevOps Engineer role. My resume is attached.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4+ years of industry experience in cloud infrastructure, CI/CD pipelines, and Kubernetes orchestration. I have reviewed the job description and am confident I am qualified to excel in this role.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42062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005840"/>
            <a:ext cx="420624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92040" y="1143000"/>
            <a:ext cx="502920" cy="50292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1243584"/>
            <a:ext cx="301752" cy="3017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0" y="11430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Enthusiasm &amp; Follow-up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892040" y="173736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excited to apply for this position as it aligns with my expertise in DevOps and cloud automation.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feel free to contact me at +91-9812345678 or via email at abhilash.waghmare@outlook.com.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Kindly confirm receipt and inform me of the next steps in the process.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regards,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Abhilash Waghmare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7772400" y="491947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Slide 4 of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COVER LETTER with Attached Resume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206240" cy="1645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64008" cy="1645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0972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Your Purpose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60020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for Senior DevOps Engineer at [Company]. Express your intent clearly in the opening line.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206240" cy="1645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64008" cy="1645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0" y="1143000"/>
            <a:ext cx="502920" cy="50292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32120" y="10972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Attachments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60020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find my resume and cover letter attached as PDFs with professional file names.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4206240" cy="1645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26080"/>
            <a:ext cx="64008" cy="1645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063240"/>
            <a:ext cx="502920" cy="50292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30175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Key Points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352044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AWS certifications, 4+ years EKS/Terraform experience, and your motivation for this role.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2926080"/>
            <a:ext cx="4206240" cy="1645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926080"/>
            <a:ext cx="64008" cy="16459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37760" y="3063240"/>
            <a:ext cx="502920" cy="50292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32120" y="30175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Contact Info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352044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your phone, email, LinkedIn: linkedin.com/in/abhilash-waghmare and GitHub profile.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772400" y="491947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Slide 5 of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EMAIL TEMPLATE for Sending Your Resume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63040" y="100584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DevOps Engineer Application – Abhilash Waghmare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444752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4475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3040" y="144475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hr@company.com / recruiter@company.com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920240"/>
            <a:ext cx="85953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39112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2960" y="196596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Resume: "I have attached my resume for the Senior DevOps Engineer position. File: Abhilash_Waghmare_DevOps_Resume.pdf"</a:t>
            </a:r>
            <a:endParaRPr lang="en-US" sz="10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60904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22960" y="2587752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Qualifications: "My resume details 4+ years of AWS, Kubernetes, Terraform &amp; CI/CD pipeline experience with measurable outcomes."</a:t>
            </a:r>
            <a:endParaRPr lang="en-US" sz="10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8269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" y="3209544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Research: "I've followed [Company]'s cloud-native journey and would be honored to contribute to your platform engineering team."</a:t>
            </a:r>
            <a:endParaRPr lang="en-US" sz="10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904488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2960" y="3831336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Confirmation: "Please confirm receipt. I look forward to discussing next steps."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7772400" y="491947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Slide 6 of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TO AVOID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160520" cy="1783080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160520" cy="54864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70432"/>
            <a:ext cx="502920" cy="5029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271016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12471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Messages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1664208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copy-paste the same email to every company. Customize each one — mention the specific role, team, or project that excites you.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1005840"/>
            <a:ext cx="4160520" cy="1783080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1005840"/>
            <a:ext cx="4160520" cy="54864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46320" y="1170432"/>
            <a:ext cx="502920" cy="502920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1271016"/>
            <a:ext cx="301752" cy="3017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0" y="112471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Attachments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846320" y="1664208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double-check that your resume PDF is attached before sending. Name it professionally: Abhilash_Waghmare_DevOps_Resume.pdf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274320" y="2971800"/>
            <a:ext cx="4160520" cy="1783080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74320" y="2971800"/>
            <a:ext cx="416052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11480" y="3136392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3236976"/>
            <a:ext cx="301752" cy="30175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309067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 &amp; Errors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11480" y="3630168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Proofread every email. A spelling mistake in a technical role application raises serious red flags with hiring managers.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709160" y="2971800"/>
            <a:ext cx="4160520" cy="1783080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09160" y="2971800"/>
            <a:ext cx="416052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846320" y="3136392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3236976"/>
            <a:ext cx="301752" cy="30175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86400" y="309067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Timing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846320" y="3630168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emails on Tue–Thu between 9am–11am for best open rates. Avoid Monday mornings and Friday afternoons.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FFF9C4"/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727448"/>
            <a:ext cx="201168" cy="20116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85800" y="4663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Send emails on Tuesday–Thursday between 9am–11am for the best recruiter response rates.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3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PATH TO SUCCESS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011680" cy="356616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01168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143000"/>
            <a:ext cx="914400" cy="914400"/>
          </a:xfrm>
          <a:prstGeom prst="ellipse">
            <a:avLst/>
          </a:prstGeom>
          <a:solidFill>
            <a:srgbClr val="1E88E5">
              <a:alpha val="15000"/>
            </a:srgbClr>
          </a:solidFill>
          <a:ln w="19050">
            <a:solidFill>
              <a:srgbClr val="1E88E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307592"/>
            <a:ext cx="585216" cy="5852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1005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88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21762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Your Message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274320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template and tailor it to each role and company.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68880" y="960120"/>
            <a:ext cx="2011680" cy="356616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68880" y="960120"/>
            <a:ext cx="201168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17520" y="1143000"/>
            <a:ext cx="914400" cy="914400"/>
          </a:xfrm>
          <a:prstGeom prst="ellipse">
            <a:avLst/>
          </a:prstGeom>
          <a:solidFill>
            <a:srgbClr val="00BCD4">
              <a:alpha val="15000"/>
            </a:srgbClr>
          </a:solidFill>
          <a:ln w="19050">
            <a:solidFill>
              <a:srgbClr val="00BCD4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1307592"/>
            <a:ext cx="585216" cy="5852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14600" y="1005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560320" y="21762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Refine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560320" y="274320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Proofread carefully and confirm your resume PDF is attached.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663440" y="960120"/>
            <a:ext cx="2011680" cy="356616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63440" y="960120"/>
            <a:ext cx="201168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212080" y="1143000"/>
            <a:ext cx="914400" cy="914400"/>
          </a:xfrm>
          <a:prstGeom prst="ellipse">
            <a:avLst/>
          </a:prstGeom>
          <a:solidFill>
            <a:srgbClr val="FFB300">
              <a:alpha val="15000"/>
            </a:srgbClr>
          </a:solidFill>
          <a:ln w="19050">
            <a:solidFill>
              <a:srgbClr val="FFB30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1307592"/>
            <a:ext cx="585216" cy="58521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09160" y="1005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754880" y="21762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with Confidence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754880" y="274320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send on Tue–Thu morning, knowing you've presented yourself professionally.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858000" y="960120"/>
            <a:ext cx="2011680" cy="356616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858000" y="960120"/>
            <a:ext cx="2011680" cy="54864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06640" y="1143000"/>
            <a:ext cx="914400" cy="914400"/>
          </a:xfrm>
          <a:prstGeom prst="ellipse">
            <a:avLst/>
          </a:prstGeom>
          <a:solidFill>
            <a:srgbClr val="81C784">
              <a:alpha val="15000"/>
            </a:srgbClr>
          </a:solidFill>
          <a:ln w="19050">
            <a:solidFill>
              <a:srgbClr val="81C784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232" y="1307592"/>
            <a:ext cx="585216" cy="58521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903720" y="1005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6949440" y="21762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6949440" y="274320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reply after one week, send a polite, concise follow-up email.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61020"/>
          </a:solidFill>
          <a:ln w="12700">
            <a:solidFill>
              <a:srgbClr val="061020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luck with your job search, Abhilash!  🚀  You've got this.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Email Your Resume – DevOps Edition</dc:title>
  <dc:subject>PptxGenJS Presentation</dc:subject>
  <dc:creator>PptxGenJS</dc:creator>
  <cp:lastModifiedBy>PptxGenJS</cp:lastModifiedBy>
  <cp:revision>1</cp:revision>
  <dcterms:created xsi:type="dcterms:W3CDTF">2026-03-18T08:09:07Z</dcterms:created>
  <dcterms:modified xsi:type="dcterms:W3CDTF">2026-03-18T08:09:07Z</dcterms:modified>
</cp:coreProperties>
</file>